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PT Sans Narrow"/>
      <p:regular r:id="rId18"/>
      <p:bold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B335DC-6D08-4909-AB27-AB9B9A2D9FA1}">
  <a:tblStyle styleId="{4CB335DC-6D08-4909-AB27-AB9B9A2D9F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5.xml"/><Relationship Id="rId22" Type="http://schemas.openxmlformats.org/officeDocument/2006/relationships/font" Target="fonts/OpenSans-italic.fntdata"/><Relationship Id="rId10" Type="http://schemas.openxmlformats.org/officeDocument/2006/relationships/slide" Target="slides/slide4.xml"/><Relationship Id="rId21" Type="http://schemas.openxmlformats.org/officeDocument/2006/relationships/font" Target="fonts/Open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PTSansNarrow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TSansNarrow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eddd0d033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eddd0d033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eddd0d033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eddd0d033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eddd0d033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eddd0d033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eddd0d033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eddd0d033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eddd0d033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eddd0d033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eddd0d033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eddd0d033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eddd0d03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eddd0d03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eddd0d033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eddd0d033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eddd0d033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eddd0d033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eddd0d033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eddd0d033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researchgate.net/publication/362283276_AI-based_Personalized_E-Learning_Systems_Issues_Challenges_and_Solutions?utm_source=chatgpt.com" TargetMode="External"/><Relationship Id="rId4" Type="http://schemas.openxmlformats.org/officeDocument/2006/relationships/hyperlink" Target="https://www.researchgate.net/publication/362283276_AI-based_Personalized_E-Learning_Systems_Issues_Challenges_and_Solutions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97925" y="183963"/>
            <a:ext cx="8520600" cy="51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Topic:</a:t>
            </a:r>
            <a:r>
              <a:rPr b="0"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AI-Based Personalized Learning System</a:t>
            </a:r>
            <a:endParaRPr b="0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Course:</a:t>
            </a:r>
            <a:r>
              <a:rPr b="0" lang="en-GB" sz="17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Artificial Intelligence</a:t>
            </a:r>
            <a:br>
              <a:rPr b="0" lang="en-GB" sz="17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7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Course Code:</a:t>
            </a:r>
            <a:r>
              <a:rPr b="0" lang="en-GB" sz="17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-GB" sz="17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CSE 315</a:t>
            </a:r>
            <a:endParaRPr b="0" sz="175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section</a:t>
            </a:r>
            <a:r>
              <a:rPr b="0" lang="en-GB" sz="17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-231D1</a:t>
            </a:r>
            <a:br>
              <a:rPr b="0" lang="en-GB" sz="17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7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Date:</a:t>
            </a:r>
            <a:r>
              <a:rPr b="0" lang="en-GB" sz="17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31-10-25</a:t>
            </a:r>
            <a:br>
              <a:rPr b="0" lang="en-GB" sz="17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7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Submitted</a:t>
            </a:r>
            <a:r>
              <a:rPr lang="en-GB" sz="17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</a:t>
            </a:r>
            <a:r>
              <a:rPr b="0" lang="en-GB" sz="17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-Dr. Faiz Al </a:t>
            </a:r>
            <a:r>
              <a:rPr b="0" lang="en-GB" sz="17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Faisal</a:t>
            </a:r>
            <a:endParaRPr b="0" sz="175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University:</a:t>
            </a:r>
            <a:r>
              <a:rPr b="0" lang="en-GB" sz="17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Green University of Bangladesh</a:t>
            </a:r>
            <a:endParaRPr b="0" sz="175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68" name="Google Shape;68;p13"/>
          <p:cNvGraphicFramePr/>
          <p:nvPr/>
        </p:nvGraphicFramePr>
        <p:xfrm>
          <a:off x="2391000" y="153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{4CB335DC-6D08-4909-AB27-AB9B9A2D9FA1}</a:tableStyleId>
              </a:tblPr>
              <a:tblGrid>
                <a:gridCol w="1967225"/>
                <a:gridCol w="1967225"/>
              </a:tblGrid>
              <a:tr h="3506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Student Details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  <a:tr h="350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Name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Student ID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0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All-amin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213002019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0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Md Manik Ali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213002265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69" name="Google Shape;69;p13" title="image_7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6663" y="214010"/>
            <a:ext cx="2597402" cy="73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Introduction</a:t>
            </a:r>
            <a:endParaRPr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 student learns differently.</a:t>
            </a:r>
            <a:b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 students advance quickly, others lag behind.</a:t>
            </a:r>
            <a:b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Personalized learning solves this problem.</a:t>
            </a:r>
            <a:b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 txBox="1"/>
          <p:nvPr>
            <p:ph idx="2" type="body"/>
          </p:nvPr>
        </p:nvSpPr>
        <p:spPr>
          <a:xfrm>
            <a:off x="4795975" y="1302600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.</a:t>
            </a:r>
            <a:endParaRPr/>
          </a:p>
        </p:txBody>
      </p:sp>
      <p:pic>
        <p:nvPicPr>
          <p:cNvPr id="77" name="Google Shape;7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285875"/>
            <a:ext cx="417195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84525" y="3448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Personalized Learning?</a:t>
            </a:r>
            <a:endParaRPr/>
          </a:p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Teaching adapts according to the student.</a:t>
            </a:r>
            <a:b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 changes based on student’s skills.</a:t>
            </a:r>
            <a:b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Online courses, adaptive quizzes.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.</a:t>
            </a:r>
            <a:endParaRPr/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9800" y="1136536"/>
            <a:ext cx="3529324" cy="356197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Role of AI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Analyzes student data.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Identifies strengths and weaknesses.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Provides real-time feedback.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8600" y="984638"/>
            <a:ext cx="3380950" cy="38657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– System Architecture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 modules: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Collection (Performance, Quiz Results)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Analysis Module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 Delivery Module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GB"/>
              <a:t> How AI Works</a:t>
            </a:r>
            <a:endParaRPr/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 completes activity or quiz.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analyzes performance.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Personalized content is delivered.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Feedback improves future learning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Advantages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Improves learning quality.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Makes teaching easier.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Reduces learning gaps.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Tracks student progress in real-time.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Challenges</a:t>
            </a:r>
            <a:endParaRPr/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privacy concerns.</a:t>
            </a:r>
            <a:br>
              <a:rPr lang="en-GB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cost.</a:t>
            </a:r>
            <a:br>
              <a:rPr lang="en-GB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 acceptance.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Real World Examples</a:t>
            </a:r>
            <a:endParaRPr/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features in Khan Academy,</a:t>
            </a:r>
            <a:b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AI-powered chatbots for student support.</a:t>
            </a:r>
            <a:b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Adaptive quizzes.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Conclusion</a:t>
            </a:r>
            <a:endParaRPr/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personalized</a:t>
            </a: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learning for each student.</a:t>
            </a:r>
            <a:b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Increases student engagement and teacher efficiency.</a:t>
            </a:r>
            <a:b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Important for the future of education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</a:t>
            </a:r>
            <a:endParaRPr/>
          </a:p>
        </p:txBody>
      </p:sp>
      <p:sp>
        <p:nvSpPr>
          <p:cNvPr id="144" name="Google Shape;144;p2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AI-based Personalized E-Learning Systems: Issues, Challenges and Solutions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ResearchGate, 2023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🔗</a:t>
            </a:r>
            <a:r>
              <a:rPr lang="en-GB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GB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https://www.researchgate.net/publication/362283276_AI-based_Personalized_E-Learning_Systems_Issues_Challenges_and_Solutions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IEEE Access &amp; AI in Education journa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